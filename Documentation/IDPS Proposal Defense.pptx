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91" r:id="rId4"/>
    <p:sldId id="257" r:id="rId5"/>
    <p:sldId id="265" r:id="rId6"/>
    <p:sldId id="273" r:id="rId7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96" r:id="rId16"/>
    <p:sldId id="281" r:id="rId17"/>
    <p:sldId id="282" r:id="rId18"/>
    <p:sldId id="287" r:id="rId19"/>
    <p:sldId id="288" r:id="rId20"/>
    <p:sldId id="289" r:id="rId21"/>
    <p:sldId id="293" r:id="rId22"/>
    <p:sldId id="290" r:id="rId23"/>
    <p:sldId id="294" r:id="rId24"/>
    <p:sldId id="2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-485" y="-86"/>
      </p:cViewPr>
      <p:guideLst>
        <p:guide orient="horz" pos="21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360" y="1804035"/>
            <a:ext cx="9912985" cy="1624965"/>
          </a:xfrm>
        </p:spPr>
        <p:txBody>
          <a:bodyPr>
            <a:normAutofit fontScale="90000"/>
          </a:bodyPr>
          <a:lstStyle/>
          <a:p>
            <a:b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AI-Based Intrusion Detection and Prevention System (IDPS)</a:t>
            </a:r>
            <a:endParaRPr lang="en-US" alt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5545" y="-16700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Group Members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2211070"/>
          <a:ext cx="10515600" cy="2913380"/>
        </p:xfrm>
        <a:graphic>
          <a:graphicData uri="http://schemas.openxmlformats.org/drawingml/2006/table">
            <a:tbl>
              <a:tblPr/>
              <a:tblGrid>
                <a:gridCol w="2249805"/>
                <a:gridCol w="4760595"/>
                <a:gridCol w="3505200"/>
              </a:tblGrid>
              <a:tr h="728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Serial No.</a:t>
                      </a:r>
                      <a:endParaRPr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Name</a:t>
                      </a:r>
                      <a:endParaRPr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Roll No.</a:t>
                      </a:r>
                      <a:endParaRPr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01</a:t>
                      </a:r>
                      <a:endParaRPr sz="2400" b="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Neha</a:t>
                      </a:r>
                      <a:endParaRPr lang="en-US" sz="240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22041556-009</a:t>
                      </a:r>
                      <a:endParaRPr lang="en-US" sz="240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02</a:t>
                      </a:r>
                      <a:endParaRPr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Sohaib Arshad</a:t>
                      </a:r>
                      <a:endParaRPr lang="en-US"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22041556-046</a:t>
                      </a:r>
                      <a:endParaRPr lang="en-US" sz="2400" b="1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03</a:t>
                      </a:r>
                      <a:endParaRPr sz="2400" b="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Shiza Nadeem</a:t>
                      </a:r>
                      <a:endParaRPr lang="en-US" sz="2400" b="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0">
                          <a:solidFill>
                            <a:srgbClr val="000000"/>
                          </a:solidFill>
                          <a:latin typeface="Cambria" panose="02040503050406030204" charset="0"/>
                          <a:ea typeface="Times New Roman" panose="02020603050405020304"/>
                          <a:cs typeface="Cambria" panose="02040503050406030204" charset="0"/>
                        </a:rPr>
                        <a:t>22041556-060</a:t>
                      </a:r>
                      <a:endParaRPr lang="en-US" sz="2400" b="0">
                        <a:solidFill>
                          <a:srgbClr val="000000"/>
                        </a:solidFill>
                        <a:latin typeface="Cambria" panose="02040503050406030204" charset="0"/>
                        <a:ea typeface="Times New Roman" panose="02020603050405020304"/>
                        <a:cs typeface="Cambria" panose="0204050305040603020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335" y="1252855"/>
            <a:ext cx="10515600" cy="488188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System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Goals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Funtional Units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Diagrammatic View of Project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Gantt Chart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&amp; Software specifications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 &amp; Technologies</a:t>
            </a:r>
            <a:endParaRPr 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432560"/>
            <a:ext cx="10810240" cy="5092700"/>
          </a:xfrm>
        </p:spPr>
        <p:txBody>
          <a:bodyPr>
            <a:noAutofit/>
          </a:bodyPr>
          <a:lstStyle/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Overview: 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The AI-Based Intrusion Detection and Prevention System (IDPS) secures home and small office networks using machine learning to detect and prevent cyberattacks in real time.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Statement: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Traditional intrusion detection systems only identify attacks but cannot stop them, leaving networks vulnerable to ongoing or repeated threats.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Solution: 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The proposed IDPS uses artificial intelligence to both detect and prevent attacks such as DoS, Probing, U2R and R2L.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5" y="-240665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Proposed System - 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310" y="1085215"/>
            <a:ext cx="10650855" cy="546798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project aims to develop an intelligent desktop-based system that detects and prevents cyberattacks on home and small office networks using machine learning.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Key features of the proposed system include: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AI-Based Detection: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    Identifies abnormal network behavior using machine learning algorithms trained on real attack data using KDD99CUP Dataset.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Intrusion Prevention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    Takes automatic actions such as blocking or limiting malicious traffic once an attack is detected.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Attack Reports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    Provide detail reports of attacks.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Lightweight and Efficient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    Runs effectively on average computer hardware without requiring big setup.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Proposed System - II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1691005"/>
            <a:ext cx="10831830" cy="382333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Real-Time Monitoring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Provides instant alerts and clear insights for administrators.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Secure Communication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Ensures network data integrity and privacy at all times.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1433195"/>
            <a:ext cx="10831195" cy="503110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The objectives of IDPS are as follows: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Detect Network Intrusions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Prevent Malicious Activities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Enhance Network Security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Reduce False Positives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Enable Real-Time Monitoring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Support System Scalability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Ensure Data Integrity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Goals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" y="1433195"/>
            <a:ext cx="11266170" cy="503110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The goals of IDPS are as follows: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Create a User-Friendly Interface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Detect and Prevent Attacks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Enhance Network Protection (Quick detection and Prevention)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Improve Response Time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Minimize False Alerts (Increase system accuracy)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Protect Data and Privacy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Ensure Scalability and Efficiency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3040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Functional Units - 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1555115"/>
            <a:ext cx="10860405" cy="5121275"/>
          </a:xfrm>
        </p:spPr>
        <p:txBody>
          <a:bodyPr>
            <a:noAutofit/>
          </a:bodyPr>
          <a:lstStyle/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User Interface(UI)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User Configuration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Detection Output Display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Prevention Status View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Alert Notifications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 Access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Update Control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52730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Functional Units -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405" y="1631315"/>
            <a:ext cx="11299190" cy="4744085"/>
          </a:xfrm>
        </p:spPr>
        <p:txBody>
          <a:bodyPr>
            <a:noAutofit/>
          </a:bodyPr>
          <a:lstStyle/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Application Logic (Backend)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 Processing and Analysis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Model Integration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Detection and Prevention Management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Alert and Logging System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       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1235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Functional Units - III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" y="1680210"/>
            <a:ext cx="11266170" cy="5031105"/>
          </a:xfrm>
        </p:spPr>
        <p:txBody>
          <a:bodyPr>
            <a:noAutofit/>
          </a:bodyPr>
          <a:lstStyle/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Data Storage 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User Configuration Data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Detection and Prevention Logs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Model and Training Data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Segoe UI" panose="020B0502040204020203" charset="0"/>
              <a:buChar char="-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Knowledge Base Data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371600" lvl="3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35890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Diagrammatic View of IDPS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Picture 16" descr="C:\Users\acer\Downloads\Flowchart Intrusion detection and prevention system.drawio.png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050" y="1325880"/>
            <a:ext cx="11036300" cy="53930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9120505" y="353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Use Case Diagram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Untitled Diagram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0475" y="1185545"/>
            <a:ext cx="7131685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-273050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Gantt Chart - 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gannt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4575" y="1778000"/>
            <a:ext cx="10053955" cy="3970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Gantt Chart - II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gannt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1570" y="1825625"/>
            <a:ext cx="99282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34950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&amp; Software Specifications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435" y="1191260"/>
            <a:ext cx="11788775" cy="503110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Specifications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 algn="l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RAM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Minimum 8Gb.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0" algn="l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Processor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Intel Core i4 and Above.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 algn="l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Hard Disk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At least 128GB.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 algn="l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Network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Stable internet connection for dataset access and updates.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0" algn="l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Specifications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	Operating System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Minimum Window 10. 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Browser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Google Chrome.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9170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 &amp; Technologies - 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435" y="1433195"/>
            <a:ext cx="10794365" cy="5031105"/>
          </a:xfrm>
        </p:spPr>
        <p:txBody>
          <a:bodyPr>
            <a:noAutofit/>
          </a:bodyPr>
          <a:lstStyle/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endParaRPr lang="en-US" altLang="en-US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55" b="1">
                <a:sym typeface="+mn-ea"/>
              </a:rPr>
              <a:t>    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Visual Studio: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A code editor for development.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MS Word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Text editor for documentation.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Draw.io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To draw diagram.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Python(3.9+): 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Used to build the detection and prevention logic,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 &amp; Technologies - II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25880"/>
            <a:ext cx="11139805" cy="5619750"/>
          </a:xfrm>
        </p:spPr>
        <p:txBody>
          <a:bodyPr>
            <a:noAutofit/>
          </a:bodyPr>
          <a:lstStyle/>
          <a:p>
            <a:pPr lvl="1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v"/>
            </a:pP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Technologies</a:t>
            </a:r>
            <a:endParaRPr lang="en-US" altLang="en-US" sz="23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Frontend:</a:t>
            </a:r>
            <a:endParaRPr lang="en-US" altLang="en-US" sz="23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PyQt5 &amp; Qt Designer: 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(Used to create the desktop interface for user interaction)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    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Message Box: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(Used to display notifications, alerts, or system messages to the user)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Tree View: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(for Tables)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Backend:</a:t>
            </a:r>
            <a:endParaRPr lang="en-US" altLang="en-US" sz="23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 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Python (3.9+) Libraries: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(Core programming language used for overall system)</a:t>
            </a:r>
            <a:endParaRPr lang="en-US" altLang="en-US" sz="23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        Scikit-learn 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(Used for training and testing machine learning models)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        </a:t>
            </a:r>
            <a:r>
              <a:rPr lang="en-US" altLang="en-US" sz="23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Pandas</a:t>
            </a: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(Used for data loading, cleaning, and manipulation)  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          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 &amp; Technologies - III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6360"/>
            <a:ext cx="10972800" cy="4953000"/>
          </a:xfrm>
        </p:spPr>
        <p:txBody>
          <a:bodyPr/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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NumPy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(Used for numerical operations and array handling)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810" y="-200025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445" y="1306830"/>
            <a:ext cx="10515600" cy="4986020"/>
          </a:xfrm>
        </p:spPr>
        <p:txBody>
          <a:bodyPr>
            <a:noAutofit/>
          </a:bodyPr>
          <a:lstStyle/>
          <a:p>
            <a:pPr marL="457200" lvl="1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en-US" sz="2400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https://www.kaggle.com/datasets/hassan06/nslkdd</a:t>
            </a:r>
            <a:endParaRPr lang="en-US" altLang="en-US" sz="2400" dirty="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en-US" altLang="en-US" sz="2400" dirty="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ctr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en-US" altLang="en-US" sz="2400" dirty="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</p:spPr>
        <p:txBody>
          <a:bodyPr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Attacks Detected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16280" y="365125"/>
            <a:ext cx="10759440" cy="6151245"/>
          </a:xfrm>
        </p:spPr>
        <p:txBody>
          <a:bodyPr/>
          <a:lstStyle/>
          <a:p>
            <a:pPr algn="ctr"/>
            <a:r>
              <a:rPr lang="en-US" sz="6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</a:t>
            </a:r>
            <a:endParaRPr lang="en-US" sz="6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145030" y="93091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828*229"/>
  <p:tag name="TABLE_ENDDRAG_RECT" val="66*143*828*229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3993</Words>
  <Application>WPS Presentation</Application>
  <PresentationFormat>Custom</PresentationFormat>
  <Paragraphs>183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Cambria</vt:lpstr>
      <vt:lpstr>Times New Roman</vt:lpstr>
      <vt:lpstr>Wingdings</vt:lpstr>
      <vt:lpstr>Microsoft YaHei</vt:lpstr>
      <vt:lpstr>Arial Unicode MS</vt:lpstr>
      <vt:lpstr>Calibri</vt:lpstr>
      <vt:lpstr>Segoe UI</vt:lpstr>
      <vt:lpstr>Communications and Dialogues</vt:lpstr>
      <vt:lpstr> AI-Based Intrusion Detection and Prevention System (IDPS)</vt:lpstr>
      <vt:lpstr>Group Members</vt:lpstr>
      <vt:lpstr>Contents</vt:lpstr>
      <vt:lpstr>Introduction</vt:lpstr>
      <vt:lpstr>Proposed System - I</vt:lpstr>
      <vt:lpstr>Proposed System - II</vt:lpstr>
      <vt:lpstr>Objectives</vt:lpstr>
      <vt:lpstr>Goals</vt:lpstr>
      <vt:lpstr>Functional Units - I</vt:lpstr>
      <vt:lpstr>Functional Units - II</vt:lpstr>
      <vt:lpstr>Functional Units - III</vt:lpstr>
      <vt:lpstr>Diagrammatic View of IDPS</vt:lpstr>
      <vt:lpstr>PowerPoint 演示文稿</vt:lpstr>
      <vt:lpstr>Gantt Chart - I</vt:lpstr>
      <vt:lpstr>Gantt Chart - II</vt:lpstr>
      <vt:lpstr>Hardware &amp; Software Specifications</vt:lpstr>
      <vt:lpstr>Tools &amp; Technologies - I</vt:lpstr>
      <vt:lpstr>Tools &amp; Technologies - II</vt:lpstr>
      <vt:lpstr>Tools &amp; Technologies - III</vt:lpstr>
      <vt:lpstr>References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DEVICE SECURITY</dc:title>
  <dc:creator/>
  <cp:lastModifiedBy>Sohaib Arshad</cp:lastModifiedBy>
  <cp:revision>39</cp:revision>
  <dcterms:created xsi:type="dcterms:W3CDTF">2024-12-12T04:53:00Z</dcterms:created>
  <dcterms:modified xsi:type="dcterms:W3CDTF">2025-11-19T16:31:32Z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1561886C35694233B1F670175B351B52_13</vt:lpwstr>
  </property>
  <property fmtid="{D5CDD505-2E9C-101B-9397-08002B2CF9AE}" pid="3" name="KSOProductBuildVer">
    <vt:lpwstr>1033-12.2.0.23155</vt:lpwstr>
  </property>
</Properties>
</file>